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161E31"/>
          </a:solidFill>
          <a:ln w="1905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37160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HACKSTREETBOYS LTD</a:t>
            </a:r>
          </a:p>
          <a:p>
            <a:pPr>
              <a:spcAft>
                <a:spcPts val="600"/>
              </a:spcAft>
              <a:defRPr sz="3800" b="1" i="0">
                <a:solidFill>
                  <a:srgbClr val="F3F4F6"/>
                </a:solidFill>
                <a:latin typeface="Outfit"/>
              </a:defRPr>
            </a:pPr>
            <a:r>
              <a:t>INTERNAL CONSOLE PORTAL</a:t>
            </a:r>
          </a:p>
          <a:p>
            <a:pPr>
              <a:spcAft>
                <a:spcPts val="3200"/>
              </a:spcAft>
              <a:defRPr sz="1800" b="0" i="0">
                <a:solidFill>
                  <a:srgbClr val="9CA3AF"/>
                </a:solidFill>
                <a:latin typeface="Inter"/>
              </a:defRPr>
            </a:pPr>
            <a:r>
              <a:t>Comprehensive Software Guide &amp; Module Overview</a:t>
            </a:r>
          </a:p>
          <a:p>
            <a:pPr>
              <a:spcAft>
                <a:spcPts val="1200"/>
              </a:spcAft>
              <a:defRPr sz="1200" b="1" i="0">
                <a:solidFill>
                  <a:srgbClr val="9CA3AF"/>
                </a:solidFill>
                <a:latin typeface="Inter"/>
              </a:defRPr>
            </a:pPr>
            <a:r>
              <a:t>Secure Platform Guide  |  Version 2.4.0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CORE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Portal Architecture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Key Architectural Pillars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B82F6"/>
                </a:solidFill>
                <a:latin typeface="Inter"/>
              </a:defRPr>
            </a:pPr>
            <a:r>
              <a:t>• Responsive SPA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Frosted glassmorphism layout rendering modules inside secure dynamic iFrames.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B82F6"/>
                </a:solidFill>
                <a:latin typeface="Inter"/>
              </a:defRPr>
            </a:pPr>
            <a:r>
              <a:t>• SSO Google Integration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Bypasses Firebase using direct Google Identity Services oauth flow.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B82F6"/>
                </a:solidFill>
                <a:latin typeface="Inter"/>
              </a:defRPr>
            </a:pPr>
            <a:r>
              <a:t>• In-App Webview Protection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Detects social app browsers (WhatsApp/Instagram) and blocks flow to prevent credential leaks.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System Overview &amp; User Interface Elements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B82F6"/>
                </a:solidFill>
                <a:latin typeface="Inter"/>
              </a:defRPr>
            </a:pPr>
            <a:r>
              <a:t>• Dynamic macOS-style Floating Dock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Provides rapid, interactive module switching at the bottom of the screen. Features active state highlights and smooth, auto-scroll responsiveness optimized for mobile viewports.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B82F6"/>
                </a:solidFill>
                <a:latin typeface="Inter"/>
              </a:defRPr>
            </a:pPr>
            <a:r>
              <a:t>• Welcome Screen &amp; Dashboard Stats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Greets users dynamically based on local system time. Fetches real-time, aggregated statistics from backend modules to display counters (Apps, Meetings, Events, Weekly Goals, Secure Messages, Glossary Terms, and Skills).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B82F6"/>
                </a:solidFill>
                <a:latin typeface="Inter"/>
              </a:defRPr>
            </a:pPr>
            <a:r>
              <a:t>• Google Identity Services (GIS) Sign-In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Leverages modern direct access token authentication to poll user metadata directly from Google OAuth userinfo endpoint, syncing users automatically on first sign-in.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SECURITY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Central Security Gate &amp; Integrity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Security Policies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B82F6"/>
                </a:solidFill>
                <a:latin typeface="Inter"/>
              </a:defRPr>
            </a:pPr>
            <a:r>
              <a:t>• Session Timeout Protection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Auto-expires sessions exactly 60 minutes after authentication.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B82F6"/>
                </a:solidFill>
                <a:latin typeface="Inter"/>
              </a:defRPr>
            </a:pPr>
            <a:r>
              <a:t>• Anti-Spoofing Name Lock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Enforces name integrity. Intercepts DOM inputs, binds immutable getters, and hides author fields.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B82F6"/>
                </a:solidFill>
                <a:latin typeface="Inter"/>
              </a:defRPr>
            </a:pPr>
            <a:r>
              <a:t>• Active Session Verification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Intercepts load cycles and redirects unauthorized users to login.html.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Session Monitoring &amp; Dom Lock Enforcement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B82F6"/>
                </a:solidFill>
                <a:latin typeface="Inter"/>
              </a:defRPr>
            </a:pPr>
            <a:r>
              <a:t>• Real-time Proactive Session Expiration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An background process monitors session remaining life. In the final 10 seconds, it throws a full-screen blurred modal warning with an active countdown, ensuring graceful redirection upon expiry.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B82F6"/>
                </a:solidFill>
                <a:latin typeface="Inter"/>
              </a:defRPr>
            </a:pPr>
            <a:r>
              <a:t>• Immutable Contributor Name Fields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To prevent corporate impersonation, session-check.js overrides input field value descriptors (`Object.defineProperty`). If a user attempts to alter the author fields, the system overrides it with their verified Google name.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B82F6"/>
                </a:solidFill>
                <a:latin typeface="Inter"/>
              </a:defRPr>
            </a:pPr>
            <a:r>
              <a:t>• DOM Mutation Watcher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Uses a MutationObserver to actively monitor form modal loads and immediately locks author fields as soon as they appear in the DOM tree, guaranteeing absolute security across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1: Apps Registry &amp; Suite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Apps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818CF8"/>
                </a:solidFill>
                <a:latin typeface="Inter"/>
              </a:defRPr>
            </a:pPr>
            <a:r>
              <a:t>• Digital Directory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Central catalog of all internal tools and apps developed by HackstreetBoys.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818CF8"/>
                </a:solidFill>
                <a:latin typeface="Inter"/>
              </a:defRPr>
            </a:pPr>
            <a:r>
              <a:t>• Search &amp; Register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Real-time search by name/description, and modal-based app registration.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818CF8"/>
                </a:solidFill>
                <a:latin typeface="Inter"/>
              </a:defRPr>
            </a:pPr>
            <a:r>
              <a:t>• GitHub &amp; Support Link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Connected directly to repository histories and ticketing.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Tab-Based App Profiles</a:t>
            </a:r>
          </a:p>
          <a:p>
            <a:pPr>
              <a:spcAft>
                <a:spcPts val="400"/>
              </a:spcAft>
              <a:defRPr sz="1500" b="1" i="0">
                <a:solidFill>
                  <a:srgbClr val="818CF8"/>
                </a:solidFill>
                <a:latin typeface="Inter"/>
              </a:defRPr>
            </a:pPr>
            <a:r>
              <a:t>• Rich Text Editor for Descriptions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Registration and edit modals feature an integrated Rich Text toolbar (Bold, Italic, Underline, Bullet Lists, and Hyperlinks) enabling documentation structure directly in the description card.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818CF8"/>
                </a:solidFill>
                <a:latin typeface="Inter"/>
              </a:defRPr>
            </a:pPr>
            <a:r>
              <a:t>• Live GitHub Changelogs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Retrieves and displays recent repository commits dynamically using the optional GitHub Repository path, converting git histories directly into the app's changelog feed.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818CF8"/>
                </a:solidFill>
                <a:latin typeface="Inter"/>
              </a:defRPr>
            </a:pPr>
            <a:r>
              <a:t>• Support Ticket Tracking System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Contains a ticketing interface where teammates file support logs. Tracks title, descriptions, dates, and author identity (fully protected by session-check).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2: Meetings Manager &amp; Runbook Sync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Meetings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818CF8"/>
                </a:solidFill>
                <a:latin typeface="Inter"/>
              </a:defRPr>
            </a:pPr>
            <a:r>
              <a:t>• Agenda Coordination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Maintains scheduled synch agendas, date/times, and link access.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818CF8"/>
                </a:solidFill>
                <a:latin typeface="Inter"/>
              </a:defRPr>
            </a:pPr>
            <a:r>
              <a:t>• Organizer Leaderboard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Ranks top meeting coordinators based on frequency of scheduling.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818CF8"/>
                </a:solidFill>
                <a:latin typeface="Inter"/>
              </a:defRPr>
            </a:pPr>
            <a:r>
              <a:t>• Live Search Feed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Search instantly by organizer, agenda text, minutes details, or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Meeting Administration</a:t>
            </a:r>
          </a:p>
          <a:p>
            <a:pPr>
              <a:spcAft>
                <a:spcPts val="400"/>
              </a:spcAft>
              <a:defRPr sz="1500" b="1" i="0">
                <a:solidFill>
                  <a:srgbClr val="818CF8"/>
                </a:solidFill>
                <a:latin typeface="Inter"/>
              </a:defRPr>
            </a:pPr>
            <a:r>
              <a:t>• Post-Meeting Minutes Collaboration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Allows the organizer or teammates to write, edit, and update post-meeting outcomes and minutes inside a dedicated block in the meeting details modal.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818CF8"/>
                </a:solidFill>
                <a:latin typeface="Inter"/>
              </a:defRPr>
            </a:pPr>
            <a:r>
              <a:t>• Virtual Link Integration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Embeds clickable links (e.g. Google Meet, Zoom) directly into cards, facilitating direct access from the dashboard grid.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818CF8"/>
                </a:solidFill>
                <a:latin typeface="Inter"/>
              </a:defRPr>
            </a:pPr>
            <a:r>
              <a:t>• Pagination &amp; Grid Constraints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Supports layout guidelines (cards with clean padding and transitions) and full pagination controls to divide meetings and leaderboards to keep navigation light.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3: Secure Encrypted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Security Details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4D399"/>
                </a:solidFill>
                <a:latin typeface="Inter"/>
              </a:defRPr>
            </a:pPr>
            <a:r>
              <a:t>• Pre-Shared Cryptography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Encrypts messages locally using symmetric secret keys before posting.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4D399"/>
                </a:solidFill>
                <a:latin typeface="Inter"/>
              </a:defRPr>
            </a:pPr>
            <a:r>
              <a:t>• Real-Time Live Decryptor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Live decryption bar in feed. Decrypts all matched ciphertexts instantly.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34D399"/>
                </a:solidFill>
                <a:latin typeface="Inter"/>
              </a:defRPr>
            </a:pPr>
            <a:r>
              <a:t>• Transmit and Edit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Send new ciphertexts or edit existing ones. Features an emergency clear logs button.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Crypto Implementation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4D399"/>
                </a:solidFill>
                <a:latin typeface="Inter"/>
              </a:defRPr>
            </a:pPr>
            <a:r>
              <a:t>• Symmetric Cryptography Feed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Users input a plaintext message and a key. The system translates text into a secure ciphertext string. On the stream, the ciphertext is visible, appearing encrypted to anyone lacking the correct key.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4D399"/>
                </a:solidFill>
                <a:latin typeface="Inter"/>
              </a:defRPr>
            </a:pPr>
            <a:r>
              <a:t>• Live Feed Decryption Input Bar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An input bar at the top of the feed accepts decryption keys. As the user types, the UI attempts decryption and turns the 'Locked' (red) badge to 'Unlocked' (green) if a matching key decrypts a payload.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34D399"/>
                </a:solidFill>
                <a:latin typeface="Inter"/>
              </a:defRPr>
            </a:pPr>
            <a:r>
              <a:t>• Sender Activity Rankings &amp; Feed Pruning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Tracks and ranks top senders in a leaderboard. Includes a administrative 'Clear Stream' utility to prune all historical messages instantly and start fresh secure dialogues.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4: Event Calendar &amp; Interactive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Calendar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472B6"/>
                </a:solidFill>
                <a:latin typeface="Inter"/>
              </a:defRPr>
            </a:pPr>
            <a:r>
              <a:t>• Monthly Grid View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Generates an interactive monthly calendar with controls.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472B6"/>
                </a:solidFill>
                <a:latin typeface="Inter"/>
              </a:defRPr>
            </a:pPr>
            <a:r>
              <a:t>• Single Day Filtering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Click on a calendar day to display a filtered schedule for that date.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472B6"/>
                </a:solidFill>
                <a:latin typeface="Inter"/>
              </a:defRPr>
            </a:pPr>
            <a:r>
              <a:t>• Directory List &amp; Search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Combines card list views with quick searches for titles or locations.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Scheduling Controls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472B6"/>
                </a:solidFill>
                <a:latin typeface="Inter"/>
              </a:defRPr>
            </a:pPr>
            <a:r>
              <a:t>• Interactive Monthly Grid Modal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Rendered dynamically in JavaScript. Builds weekdays and dates, highlights days that have scheduled events, and supports fluid navigation between preceding and succeeding months.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472B6"/>
                </a:solidFill>
                <a:latin typeface="Inter"/>
              </a:defRPr>
            </a:pPr>
            <a:r>
              <a:t>• Add &amp; Edit Event Schedulers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Fields for Event Title, Date selection, and Virtual Meeting link / physical conference room location. Supports editing scheduled items to update details on the fly.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472B6"/>
                </a:solidFill>
                <a:latin typeface="Inter"/>
              </a:defRPr>
            </a:pPr>
            <a:r>
              <a:t>• Integrated Dashboard Card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Sends statistics directly to the main portal homepage. Users can see total upcoming event counts at a glance without having to load the calendar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7185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5: Weekly Goals Commitment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Goals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B7185"/>
                </a:solidFill>
                <a:latin typeface="Inter"/>
              </a:defRPr>
            </a:pPr>
            <a:r>
              <a:t>• 5-Goal Commitment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Enforces committing exactly 5 operational goals for the week.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B7185"/>
                </a:solidFill>
                <a:latin typeface="Inter"/>
              </a:defRPr>
            </a:pPr>
            <a:r>
              <a:t>• Visual Progress Tracker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Real-time horizontal fill bar illustrating goal completion (0-100%).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B7185"/>
                </a:solidFill>
                <a:latin typeface="Inter"/>
              </a:defRPr>
            </a:pPr>
            <a:r>
              <a:t>• Team Leaderboard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Ranks teammates based on active goals set and historical completions.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Performance Tracking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B7185"/>
                </a:solidFill>
                <a:latin typeface="Inter"/>
              </a:defRPr>
            </a:pPr>
            <a:r>
              <a:t>• Exactly 5 Goals Input constraint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To encourage structured weekly targets, the planner enforces listing exactly 5 goals. Forms cannot be committed with blank tasks, focusing user targets.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B7185"/>
                </a:solidFill>
                <a:latin typeface="Inter"/>
              </a:defRPr>
            </a:pPr>
            <a:r>
              <a:t>• Interactive Toggle &amp; Infographics Fill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In the details view, custom styled check-boxes let users toggle completion. JavaScript updates the progress percentage and animates a gradient fill bar (0%, 20%, 40%, 60%, 80%, 100%).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B7185"/>
                </a:solidFill>
                <a:latin typeface="Inter"/>
              </a:defRPr>
            </a:pPr>
            <a:r>
              <a:t>• Weekly Statistics &amp; Filtering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Enables filtering commitments by specific week cycles or user keys. Links metrics to the home panel to see active developer counts currently working on goals.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6: Skills Repository &amp; Tips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Skills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BBF24"/>
                </a:solidFill>
                <a:latin typeface="Inter"/>
              </a:defRPr>
            </a:pPr>
            <a:r>
              <a:t>• Knowledge Base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Central wiki for developers to share workflow tips and advice.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BBF24"/>
                </a:solidFill>
                <a:latin typeface="Inter"/>
              </a:defRPr>
            </a:pPr>
            <a:r>
              <a:t>• Searchable Index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Filters shared records instantly by topics, code guides, or author name.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BBF24"/>
                </a:solidFill>
                <a:latin typeface="Inter"/>
              </a:defRPr>
            </a:pPr>
            <a:r>
              <a:t>• Contributor Leaderboard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Tracks and ranks top skill-sharing leaders within the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Knowledge Sharing Mechanics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• Share &amp; Publish Guidance Modals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Allows posting new skill cards with title details and detailed code snippets/guidelines. The editor uses spacing preserves (`white-space: pre-line`) to preserve coding formats.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• In-Depth Detail Modals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Clicking any skill card triggers a overlay detail modal showing the developer's guide, formatted correctly. Displays author, timestamp, and a direct edit button for modification.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• Active Contributor Metrics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A trophy-linked leaderboard displays rankings. Motivates the team to collaborate on wiki guides. Full pagination controls allow browsing historical guide pages cleanly.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7: Procedural Runbooks &amp; Drag-n-Drop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Procedures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• Sortable Runbooks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Features drag-and-drop step reordering using SortableJS.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• Step Checklist Runner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Runbook detail modal functions as an interactive checklist runner.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• Search &amp; Contribution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Search by title or steps. Ranks contributors based on published guides.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SortableJS Step List Builder</a:t>
            </a:r>
          </a:p>
          <a:p>
            <a:pPr>
              <a:spcAft>
                <a:spcPts val="400"/>
              </a:spcAft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• SortableJS-Powered Reordering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When creating or editing a procedure, steps are built in a visual list. SortableJS integrations let users drag-and-drop steps to reorder them prior to saving.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• Interactive Runbook Checklist Modal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Opening a procedure details page lists steps with checklist checkboxes. This serves as a step-by-step assistant for deploying or executing complex runbooks.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• Dynamic Step Add/Remove Controls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Edit modals provide controls to add step items, edit content text box strings, or remove steps via simple icons. Perfect for continuous operations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8: Team Glossary &amp; Alphabetical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Glossary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2DD4BF"/>
                </a:solidFill>
                <a:latin typeface="Inter"/>
              </a:defRPr>
            </a:pPr>
            <a:r>
              <a:t>• A-Z Filter controls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Alphabetical bar allowing filtering of definitions by starting letter.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2DD4BF"/>
                </a:solidFill>
                <a:latin typeface="Inter"/>
              </a:defRPr>
            </a:pPr>
            <a:r>
              <a:t>• Register New Terms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Easy registration modal for words, abbreviations, and context.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2DD4BF"/>
                </a:solidFill>
                <a:latin typeface="Inter"/>
              </a:defRPr>
            </a:pPr>
            <a:r>
              <a:t>• Definition Rankings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Leaderboards tracking team corporate jargon authors.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Corporate Abbreviation Tracker</a:t>
            </a:r>
          </a:p>
          <a:p>
            <a:pPr>
              <a:spcAft>
                <a:spcPts val="400"/>
              </a:spcAft>
              <a:defRPr sz="1500" b="1" i="0">
                <a:solidFill>
                  <a:srgbClr val="2DD4BF"/>
                </a:solidFill>
                <a:latin typeface="Inter"/>
              </a:defRPr>
            </a:pPr>
            <a:r>
              <a:t>• Alphabetical Indexing Bar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Contains 26 letter filters at the top of the view. Click any letter to query terms starting with that character. Highlights active letters containing glossary matches.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2DD4BF"/>
                </a:solidFill>
                <a:latin typeface="Inter"/>
              </a:defRPr>
            </a:pPr>
            <a:r>
              <a:t>• Register &amp; Edit Definitions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Input fields for Word/Abbreviation (e.g. AWS, CI/CD) and Definition text. Allows authors to update definitions to keep company terminology up to date.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2DD4BF"/>
                </a:solidFill>
                <a:latin typeface="Inter"/>
              </a:defRPr>
            </a:pPr>
            <a:r>
              <a:t>• Search &amp; Pagination Integrity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Features real-time character matching for instantaneous term lookup. Supports clean list pagination for both card grids and contributor standings.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7A00"/>
                </a:solidFill>
                <a:latin typeface="Inter"/>
              </a:defRPr>
            </a:pPr>
            <a:r>
              <a:t>INTERNAL MODULE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Module 9: Teammates Profiles &amp;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840480" cy="457200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" cy="4572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F4F6"/>
                </a:solidFill>
                <a:latin typeface="Outfit"/>
              </a:defRPr>
            </a:pPr>
            <a:r>
              <a:t>Profile Overview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F7A00"/>
                </a:solidFill>
                <a:latin typeface="Inter"/>
              </a:defRPr>
            </a:pPr>
            <a:r>
              <a:t>• User Profiles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Displays role details, department, bios, and Google avatar.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F7A00"/>
                </a:solidFill>
                <a:latin typeface="Inter"/>
              </a:defRPr>
            </a:pPr>
            <a:r>
              <a:t>• Teammates Directory</a:t>
            </a:r>
          </a:p>
          <a:p>
            <a:pPr>
              <a:spcAft>
                <a:spcPts val="14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Dynamic database listing card profiles of all registered portal users.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F7A00"/>
                </a:solidFill>
                <a:latin typeface="Inter"/>
              </a:defRPr>
            </a:pPr>
            <a:r>
              <a:t>• Interactive Search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Filter cards by name, department, role, or biographical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6492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Outfit"/>
              </a:defRPr>
            </a:pPr>
            <a:r>
              <a:t>Features &amp; Profile Customization Controls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F7A00"/>
                </a:solidFill>
                <a:latin typeface="Inter"/>
              </a:defRPr>
            </a:pPr>
            <a:r>
              <a:t>• Edit Profile Details Form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Users click on their avatar to edit fields: full name, role description (e.g. Lead Security Architect), department, and biographical text. Email inputs are locked (read-only) for integrity.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F7A00"/>
                </a:solidFill>
                <a:latin typeface="Inter"/>
              </a:defRPr>
            </a:pPr>
            <a:r>
              <a:t>• Automatic Directory Sync</a:t>
            </a:r>
          </a:p>
          <a:p>
            <a:pPr>
              <a:spcAft>
                <a:spcPts val="16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When a user logs in for the first time via Google Authentication, the portal synchronizes user data with the profile database. Defaults are assigned (Software Engineer in Development) until customized.</a:t>
            </a:r>
          </a:p>
          <a:p>
            <a:pPr>
              <a:spcAft>
                <a:spcPts val="400"/>
              </a:spcAft>
              <a:defRPr sz="1500" b="1" i="0">
                <a:solidFill>
                  <a:srgbClr val="FF7A00"/>
                </a:solidFill>
                <a:latin typeface="Inter"/>
              </a:defRPr>
            </a:pPr>
            <a:r>
              <a:t>• Custom Styled Avatar Nodes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9CA3AF"/>
                </a:solidFill>
                <a:latin typeface="Inter"/>
              </a:defRPr>
            </a:pPr>
            <a:r>
              <a:t>Generates initials as fallback icons inside orange gradients when Google photo links are missing. Features hover transformations on cards for tactile user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3F4F6"/>
                </a:solidFill>
                <a:latin typeface="Outfit"/>
              </a:defRPr>
            </a:pPr>
            <a:r>
              <a:t>Deployment &amp; System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9626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366F1"/>
                </a:solidFill>
                <a:latin typeface="Inter"/>
              </a:defRPr>
            </a:pPr>
            <a:r>
              <a:t>DATA STORAGE</a:t>
            </a:r>
          </a:p>
          <a:p>
            <a:pPr>
              <a:spcAft>
                <a:spcPts val="1200"/>
              </a:spcAft>
              <a:defRPr sz="1800" b="1" i="0">
                <a:solidFill>
                  <a:srgbClr val="F3F4F6"/>
                </a:solidFill>
                <a:latin typeface="Outfit"/>
              </a:defRPr>
            </a:pPr>
            <a:r>
              <a:t>Database Schema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Unified JSON Databases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Modules store persistent data inside physical .json files acting as backend tables.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REST Endpoints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Data queries execute via /api/&lt;module&gt; endpoints connected to module controllers.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Lightweight Model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Ensures local, responsive deployments with low server overhead.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696" y="1463040"/>
            <a:ext cx="3328416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696" y="1463040"/>
            <a:ext cx="73152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91640"/>
            <a:ext cx="29626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366F1"/>
                </a:solidFill>
                <a:latin typeface="Inter"/>
              </a:defRPr>
            </a:pPr>
            <a:r>
              <a:t>SECURITY POLICIES</a:t>
            </a:r>
          </a:p>
          <a:p>
            <a:pPr>
              <a:spcAft>
                <a:spcPts val="1200"/>
              </a:spcAft>
              <a:defRPr sz="1800" b="1" i="0">
                <a:solidFill>
                  <a:srgbClr val="F3F4F6"/>
                </a:solidFill>
                <a:latin typeface="Outfit"/>
              </a:defRPr>
            </a:pPr>
            <a:r>
              <a:t>Auth Gate Rules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Strict Route Guarding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session-check.js watches loading. If local storage lacks active session, frame collapses and redirects.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Immutable Fields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Input mutation blockers watch user activity and enforce strict author naming.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60-Minute Expire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A strict timeout cycle destroys local keys to prevent stale dashboard sessions.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328416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463040"/>
            <a:ext cx="73152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691640"/>
            <a:ext cx="29626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366F1"/>
                </a:solidFill>
                <a:latin typeface="Inter"/>
              </a:defRPr>
            </a:pPr>
            <a:r>
              <a:t>AESTHETICS</a:t>
            </a:r>
          </a:p>
          <a:p>
            <a:pPr>
              <a:spcAft>
                <a:spcPts val="1200"/>
              </a:spcAft>
              <a:defRPr sz="1800" b="1" i="0">
                <a:solidFill>
                  <a:srgbClr val="F3F4F6"/>
                </a:solidFill>
                <a:latin typeface="Outfit"/>
              </a:defRPr>
            </a:pPr>
            <a:r>
              <a:t>UI Style Guidelines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Curated Palettes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Deep dark mode (#0A0F1D) with custom neon gradients for buttons/docks.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Micro-Animations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Tactile hover feedback (translateY, box-shadows, grid transitions).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3F4F6"/>
                </a:solidFill>
                <a:latin typeface="Inter"/>
              </a:defRPr>
            </a:pPr>
            <a:r>
              <a:t>• Modern Typography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Uses Google Fonts Outfit (headings) and Inter (body copy) for premium layout readability.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